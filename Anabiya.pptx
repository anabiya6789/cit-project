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7665BBE-FB1D-49C2-9AEF-C4987F5643D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EC297EE-3765-4FA6-9C0B-8948565EBEFA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41A5805-D63E-43DE-946C-6E31ECA27559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457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297EE-3765-4FA6-9C0B-8948565EBEFA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A5805-D63E-43DE-946C-6E31ECA27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482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297EE-3765-4FA6-9C0B-8948565EBEFA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A5805-D63E-43DE-946C-6E31ECA27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320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297EE-3765-4FA6-9C0B-8948565EBEFA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A5805-D63E-43DE-946C-6E31ECA27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393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297EE-3765-4FA6-9C0B-8948565EBEFA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A5805-D63E-43DE-946C-6E31ECA27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151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297EE-3765-4FA6-9C0B-8948565EBEFA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A5805-D63E-43DE-946C-6E31ECA27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220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297EE-3765-4FA6-9C0B-8948565EBEFA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A5805-D63E-43DE-946C-6E31ECA27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315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297EE-3765-4FA6-9C0B-8948565EBEFA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A5805-D63E-43DE-946C-6E31ECA27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108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297EE-3765-4FA6-9C0B-8948565EBEFA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A5805-D63E-43DE-946C-6E31ECA27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40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297EE-3765-4FA6-9C0B-8948565EBEFA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A5805-D63E-43DE-946C-6E31ECA27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72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297EE-3765-4FA6-9C0B-8948565EBEFA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A5805-D63E-43DE-946C-6E31ECA27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9021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297EE-3765-4FA6-9C0B-8948565EBEFA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A5805-D63E-43DE-946C-6E31ECA27559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0577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297EE-3765-4FA6-9C0B-8948565EBEFA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A5805-D63E-43DE-946C-6E31ECA27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971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297EE-3765-4FA6-9C0B-8948565EBEFA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A5805-D63E-43DE-946C-6E31ECA27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90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297EE-3765-4FA6-9C0B-8948565EBEFA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A5805-D63E-43DE-946C-6E31ECA27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1740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297EE-3765-4FA6-9C0B-8948565EBEFA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A5805-D63E-43DE-946C-6E31ECA27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981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297EE-3765-4FA6-9C0B-8948565EBEFA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A5805-D63E-43DE-946C-6E31ECA27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65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EC297EE-3765-4FA6-9C0B-8948565EBEFA}" type="datetimeFigureOut">
              <a:rPr lang="en-US" smtClean="0"/>
              <a:t>9/27/2025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41A5805-D63E-43DE-946C-6E31ECA27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940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BC99D-707B-9ABD-E24E-D28696B879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Anabiya a Qadir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5BB60F-5C88-2717-4144-208CADC60F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student of kma girl's secondary school </a:t>
            </a:r>
          </a:p>
        </p:txBody>
      </p:sp>
    </p:spTree>
    <p:extLst>
      <p:ext uri="{BB962C8B-B14F-4D97-AF65-F5344CB8AC3E}">
        <p14:creationId xmlns:p14="http://schemas.microsoft.com/office/powerpoint/2010/main" val="3187526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2FEC5-201B-C9F3-6D32-D3D0D3D19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Personality traits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613D5-1CBD-A244-A188-824623DB4A1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Friendly </a:t>
            </a:r>
          </a:p>
          <a:p>
            <a:r>
              <a:rPr lang="en-US" dirty="0"/>
              <a:t>Self-motivated </a:t>
            </a:r>
          </a:p>
          <a:p>
            <a:r>
              <a:rPr lang="en-US" dirty="0"/>
              <a:t>Respectful  toward others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0285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2772F1E-7238-2A2C-1817-5C000379A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Hobbies                            favorite tools 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64F2375-B296-97A7-ABFA-89EB641CE5B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  <a:p>
            <a:r>
              <a:rPr lang="en-US" dirty="0"/>
              <a:t>Helping  friends in studies </a:t>
            </a:r>
          </a:p>
          <a:p>
            <a:r>
              <a:rPr lang="en-US" dirty="0"/>
              <a:t>Reading storybook </a:t>
            </a:r>
          </a:p>
          <a:p>
            <a:r>
              <a:rPr lang="en-US" dirty="0"/>
              <a:t>Cycling </a:t>
            </a:r>
          </a:p>
          <a:p>
            <a:r>
              <a:rPr lang="en-US" dirty="0"/>
              <a:t>Listening music </a:t>
            </a:r>
          </a:p>
          <a:p>
            <a:r>
              <a:rPr lang="en-US" dirty="0"/>
              <a:t>Learning new languages 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8A0EC0A-D6E3-DA1C-5202-F74E64AD501D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Google classroom </a:t>
            </a:r>
          </a:p>
          <a:p>
            <a:r>
              <a:rPr lang="en-US" dirty="0"/>
              <a:t>YouTube</a:t>
            </a:r>
          </a:p>
          <a:p>
            <a:r>
              <a:rPr lang="en-US" dirty="0"/>
              <a:t>Google docs </a:t>
            </a:r>
          </a:p>
          <a:p>
            <a:r>
              <a:rPr lang="en-US" dirty="0"/>
              <a:t>slack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286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build="p"/>
      <p:bldP spid="1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357C1-5E2D-E3DF-5FB0-1EE97C19A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Academic /personal achievement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92E7E-494D-D1AF-088B-223A7E19CD4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 certificate in aku – eb middle school programmme  </a:t>
            </a:r>
          </a:p>
          <a:p>
            <a:r>
              <a:rPr lang="en-US" dirty="0"/>
              <a:t>Secured good grades</a:t>
            </a:r>
          </a:p>
          <a:p>
            <a:r>
              <a:rPr lang="en-US" dirty="0"/>
              <a:t>Complete cit course </a:t>
            </a:r>
          </a:p>
          <a:p>
            <a:r>
              <a:rPr lang="en-US" dirty="0"/>
              <a:t>Confidence build up </a:t>
            </a:r>
          </a:p>
        </p:txBody>
      </p:sp>
    </p:spTree>
    <p:extLst>
      <p:ext uri="{BB962C8B-B14F-4D97-AF65-F5344CB8AC3E}">
        <p14:creationId xmlns:p14="http://schemas.microsoft.com/office/powerpoint/2010/main" val="3114886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9B077-5F45-F95C-0A4A-261749C5D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Skill learned in this course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91F22-8D81-41DC-9ADB-893073FB910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MS office tools </a:t>
            </a:r>
          </a:p>
          <a:p>
            <a:r>
              <a:rPr lang="en-US" dirty="0"/>
              <a:t>Google classroom</a:t>
            </a:r>
          </a:p>
          <a:p>
            <a:r>
              <a:rPr lang="en-US" dirty="0"/>
              <a:t>GitHub </a:t>
            </a:r>
          </a:p>
          <a:p>
            <a:r>
              <a:rPr lang="en-US" dirty="0"/>
              <a:t>slack </a:t>
            </a:r>
          </a:p>
        </p:txBody>
      </p:sp>
    </p:spTree>
    <p:extLst>
      <p:ext uri="{BB962C8B-B14F-4D97-AF65-F5344CB8AC3E}">
        <p14:creationId xmlns:p14="http://schemas.microsoft.com/office/powerpoint/2010/main" val="3538580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4ACF15-1BDA-3FFC-9E30-72A07C14C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Strength                        weakness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C1D5009-EAA2-B5FB-CBF6-8A6278D328E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Handworker </a:t>
            </a:r>
          </a:p>
          <a:p>
            <a:r>
              <a:rPr lang="en-US" dirty="0"/>
              <a:t>Responsible in completing assignments</a:t>
            </a:r>
          </a:p>
          <a:p>
            <a:r>
              <a:rPr lang="en-US" dirty="0"/>
              <a:t>Good typing skills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1E4EFA-C003-B887-5AEE-6C60CC6CAB93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 lack of Confidence </a:t>
            </a:r>
          </a:p>
          <a:p>
            <a:r>
              <a:rPr lang="en-US" dirty="0"/>
              <a:t>Nervous during exams </a:t>
            </a:r>
          </a:p>
          <a:p>
            <a:r>
              <a:rPr lang="en-US" dirty="0"/>
              <a:t>Easy distract by mobile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747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496770-2DC1-6381-920C-135C238E0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goal                  role model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CEAB0C1-FA95-B903-793D-6EA7A3BC49D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To achieve excellent grades in academic</a:t>
            </a:r>
          </a:p>
          <a:p>
            <a:r>
              <a:rPr lang="en-US" dirty="0"/>
              <a:t>To prepare for higher education with dedication </a:t>
            </a:r>
          </a:p>
          <a:p>
            <a:r>
              <a:rPr lang="en-US" dirty="0"/>
              <a:t>Want to be  a  doctor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FCA6C7-C02B-4591-4F45-CC4968ED992A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My mother because of her sacrifice and gaudiness </a:t>
            </a:r>
          </a:p>
          <a:p>
            <a:r>
              <a:rPr lang="en-US" dirty="0"/>
              <a:t>Malala Yousafzai for courage and education rides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796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  <p:bldP spid="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6805535-FD79-809D-82AC-32FEAD8FB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Fun fact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493A180-FE56-D0E9-EE0E-8A97377CDB9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A fun fact about me is that I enjoy solving puzzles and reading story books .</a:t>
            </a:r>
          </a:p>
        </p:txBody>
      </p:sp>
    </p:spTree>
    <p:extLst>
      <p:ext uri="{BB962C8B-B14F-4D97-AF65-F5344CB8AC3E}">
        <p14:creationId xmlns:p14="http://schemas.microsoft.com/office/powerpoint/2010/main" val="3401038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build="p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TM04033927[[fn=Main Event]]</Template>
  <TotalTime>58</TotalTime>
  <Words>150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Impact</vt:lpstr>
      <vt:lpstr>Main Event</vt:lpstr>
      <vt:lpstr>Anabiya a Qadir</vt:lpstr>
      <vt:lpstr>Personality traits </vt:lpstr>
      <vt:lpstr>Hobbies                            favorite tools </vt:lpstr>
      <vt:lpstr>Academic /personal achievement </vt:lpstr>
      <vt:lpstr>Skill learned in this course </vt:lpstr>
      <vt:lpstr>Strength                        weakness </vt:lpstr>
      <vt:lpstr>Future goal                  role model</vt:lpstr>
      <vt:lpstr>Fun fact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lenovo</cp:lastModifiedBy>
  <cp:revision>1</cp:revision>
  <dcterms:created xsi:type="dcterms:W3CDTF">2025-09-27T16:18:12Z</dcterms:created>
  <dcterms:modified xsi:type="dcterms:W3CDTF">2025-09-27T17:16:40Z</dcterms:modified>
</cp:coreProperties>
</file>